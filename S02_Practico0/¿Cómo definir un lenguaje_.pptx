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Raleway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7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882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4c6bab17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4c6bab179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4c6bab17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4c6bab17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4c6bab179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4c6bab179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4c6bab17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4c6bab17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4c6bab179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4c6bab179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4c6bab17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4c6bab17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4c6bab179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64c6bab179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4c6bab179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4c6bab179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4c6bab179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4c6bab179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4c6bab179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4c6bab179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4c6bab179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64c6bab179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4c6bab179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4c6bab179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4c6bab17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4c6bab17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4c6bab17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4c6bab179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4c6bab179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4c6bab179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4c6bab179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4c6bab179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4c6bab179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4c6bab179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¿Cómo definir un lenguaje?</a:t>
            </a:r>
            <a:br>
              <a:rPr lang="es" dirty="0"/>
            </a:br>
            <a:endParaRPr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5" y="3172900"/>
            <a:ext cx="7688100" cy="14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Teoría de la Computación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Marzo 2026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Material realizado a partir de las presentaciones de LpC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BE296-5FB0-3E1E-1E9F-0A714546F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dudas</a:t>
            </a:r>
            <a:r>
              <a:rPr lang="en-US" dirty="0"/>
              <a:t>, o </a:t>
            </a:r>
            <a:r>
              <a:rPr lang="en-US" dirty="0" err="1"/>
              <a:t>querer</a:t>
            </a:r>
            <a:r>
              <a:rPr lang="en-US" dirty="0"/>
              <a:t> </a:t>
            </a:r>
            <a:r>
              <a:rPr lang="en-US" dirty="0" err="1"/>
              <a:t>profundizar</a:t>
            </a:r>
            <a:r>
              <a:rPr lang="en-US" dirty="0"/>
              <a:t>...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B7BCD-5009-C726-2B83-1A80BD318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46050" indent="0">
              <a:buNone/>
            </a:pPr>
            <a:r>
              <a:rPr lang="es-ES" dirty="0"/>
              <a:t>- Sobre interpretes: https://www.cse.chalmers.se/edu/year/2012/course/DAT150/lectures/plt-book.pdf (</a:t>
            </a:r>
            <a:r>
              <a:rPr lang="es-ES" dirty="0" err="1"/>
              <a:t>Pags</a:t>
            </a:r>
            <a:r>
              <a:rPr lang="es-ES" dirty="0"/>
              <a:t>. 95-99) </a:t>
            </a:r>
          </a:p>
          <a:p>
            <a:pPr marL="146050" indent="0">
              <a:buNone/>
            </a:pPr>
            <a:endParaRPr lang="es-ES" dirty="0"/>
          </a:p>
          <a:p>
            <a:pPr marL="146050" indent="0">
              <a:buNone/>
            </a:pPr>
            <a:r>
              <a:rPr lang="es-ES" dirty="0"/>
              <a:t>- BNF: https://condor.depaul.edu/ichu/csc447/notes/wk3/BNF.pdf</a:t>
            </a:r>
          </a:p>
          <a:p>
            <a:pPr marL="146050" indent="0">
              <a:buNone/>
            </a:pPr>
            <a:endParaRPr lang="es-ES" dirty="0"/>
          </a:p>
          <a:p>
            <a:pPr marL="146050" indent="0">
              <a:buNone/>
            </a:pPr>
            <a:r>
              <a:rPr lang="es-ES" dirty="0"/>
              <a:t>- BNF: https://cs61.seas.harvard.edu/site/2021/BNFGrammars/</a:t>
            </a:r>
          </a:p>
          <a:p>
            <a:pPr marL="146050" indent="0">
              <a:buNone/>
            </a:pPr>
            <a:endParaRPr lang="es-ES" dirty="0"/>
          </a:p>
          <a:p>
            <a:pPr marL="146050" indent="0">
              <a:buNone/>
            </a:pPr>
            <a:r>
              <a:rPr lang="es-ES" dirty="0"/>
              <a:t>-BNF: https://adacomputerscience.org/concepts/trans_bnf (Secciones 2 y 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95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Repaso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9225" y="873560"/>
            <a:ext cx="5922226" cy="337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a definir el lenguaje de a’s seguidas de la misma cantidad de b’s.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288" y="717875"/>
            <a:ext cx="7343775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326" y="994275"/>
            <a:ext cx="6655574" cy="392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638" y="971550"/>
            <a:ext cx="732472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351" y="795338"/>
            <a:ext cx="7267575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LP: 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350" y="2078875"/>
            <a:ext cx="729615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Árbol de sintaxis</a:t>
            </a:r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388" y="1937063"/>
            <a:ext cx="7515225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213" y="609600"/>
            <a:ext cx="7267575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300" y="709613"/>
            <a:ext cx="73914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Ejemplo: Evaluador de expresiones aritméticas</a:t>
            </a:r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lenguajes tengo que definir?</a:t>
            </a:r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400" dirty="0"/>
              <a:t>Metalenguaje -&gt; Backus Naur Form (BNF), Deducción Natural (BNF)</a:t>
            </a:r>
            <a:endParaRPr sz="14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400" dirty="0"/>
              <a:t>Lenguaje objeto -&gt; Expresiones aritméticas</a:t>
            </a:r>
            <a:endParaRPr sz="14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400" dirty="0"/>
              <a:t>Lenguaje de implementación -&gt; Haskell</a:t>
            </a:r>
            <a:endParaRPr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Sintaxis (abstracta) en BNF</a:t>
            </a:r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Quiero poder tener: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Literales numéricos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Suma y resta de dos expresiones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El opuesto de una expresión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Ejemplos de expresiones…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Semántica: especificando el intérprete</a:t>
            </a:r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31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Utilizaremos reglas de inferencia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El sistema de reglas se llama </a:t>
            </a:r>
            <a:r>
              <a:rPr lang="es" b="1"/>
              <a:t>semántica operacional</a:t>
            </a:r>
            <a:endParaRPr b="1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Especificamos las reglas para saber cómo evaluar las expresiones y ejecutar las sentencias  o los programas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El juicio más básico para evaluar expresiones es: </a:t>
            </a:r>
            <a:r>
              <a:rPr lang="es" sz="1350">
                <a:solidFill>
                  <a:srgbClr val="001D3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s"/>
              <a:t> </a:t>
            </a:r>
            <a:r>
              <a:rPr lang="es" sz="1350">
                <a:solidFill>
                  <a:srgbClr val="001D3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⇓ v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Que se lee como: la expresión e evalúa al valor v en el ambiente/entorno gama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¿Qué es un valor?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Pasarlo a Haskell</a:t>
            </a:r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Definir estructuras a utilizar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Programar la función evaluación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Variante 1:</a:t>
            </a:r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Ahora quiero poder tener una memoria ya cargada y consultar variables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Variante 2</a:t>
            </a:r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" dirty="0"/>
              <a:t>Además de lo anterior, quiero poder realizar asignaciones ( x := e 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s" dirty="0"/>
          </a:p>
          <a:p>
            <a:pPr marL="0" lvl="0" indent="0">
              <a:spcAft>
                <a:spcPts val="1200"/>
              </a:spcAft>
              <a:buNone/>
            </a:pPr>
            <a:r>
              <a:rPr lang="es" dirty="0"/>
              <a:t>Dato: esta variante pero de expBool está en el repo: </a:t>
            </a:r>
            <a:r>
              <a:rPr lang="en-US" dirty="0"/>
              <a:t>https://github.com/diegoacu1234/TC_Marzo26/blob/main/S02_Practico0/expBool.hs</a:t>
            </a:r>
            <a:endParaRPr lang="e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357</Words>
  <Application>Microsoft Office PowerPoint</Application>
  <PresentationFormat>On-screen Show (16:9)</PresentationFormat>
  <Paragraphs>48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Lato</vt:lpstr>
      <vt:lpstr>Raleway</vt:lpstr>
      <vt:lpstr>Streamline</vt:lpstr>
      <vt:lpstr>¿Cómo definir un lenguaje? </vt:lpstr>
      <vt:lpstr>En caso de dudas, o querer profundizar...</vt:lpstr>
      <vt:lpstr>Repaso</vt:lpstr>
      <vt:lpstr>Ejemplo</vt:lpstr>
      <vt:lpstr>PowerPoint Presentation</vt:lpstr>
      <vt:lpstr>PowerPoint Presentation</vt:lpstr>
      <vt:lpstr>PowerPoint Presentation</vt:lpstr>
      <vt:lpstr>PowerPoint Presentation</vt:lpstr>
      <vt:lpstr>Ejemplo LP: </vt:lpstr>
      <vt:lpstr>Árbol de sintaxis</vt:lpstr>
      <vt:lpstr>PowerPoint Presentation</vt:lpstr>
      <vt:lpstr>PowerPoint Presentation</vt:lpstr>
      <vt:lpstr>Ejemplo: Evaluador de expresiones aritméticas</vt:lpstr>
      <vt:lpstr>¿Qué lenguajes tengo que definir?</vt:lpstr>
      <vt:lpstr>Sintaxis (abstracta) en BNF</vt:lpstr>
      <vt:lpstr>Semántica: especificando el intérprete</vt:lpstr>
      <vt:lpstr>Pasarlo a Haskell</vt:lpstr>
      <vt:lpstr>Variante 1:</vt:lpstr>
      <vt:lpstr>Variante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Diego Alejandro Acuña Bespalko</cp:lastModifiedBy>
  <cp:revision>3</cp:revision>
  <dcterms:modified xsi:type="dcterms:W3CDTF">2026-03-16T00:06:57Z</dcterms:modified>
</cp:coreProperties>
</file>