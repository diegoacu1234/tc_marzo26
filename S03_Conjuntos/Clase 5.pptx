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79" r:id="rId3"/>
    <p:sldId id="257" r:id="rId4"/>
    <p:sldId id="280" r:id="rId5"/>
    <p:sldId id="281" r:id="rId6"/>
    <p:sldId id="282" r:id="rId7"/>
    <p:sldId id="259" r:id="rId8"/>
    <p:sldId id="260" r:id="rId9"/>
    <p:sldId id="261" r:id="rId10"/>
    <p:sldId id="265" r:id="rId11"/>
    <p:sldId id="290" r:id="rId12"/>
    <p:sldId id="283" r:id="rId13"/>
    <p:sldId id="285" r:id="rId14"/>
    <p:sldId id="286" r:id="rId15"/>
    <p:sldId id="287" r:id="rId16"/>
    <p:sldId id="284" r:id="rId17"/>
    <p:sldId id="288" r:id="rId18"/>
    <p:sldId id="289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Raleway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9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6a04df804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6a04df804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6a04df80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6a04df80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6a04df804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6a04df804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6a04df804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6a04df804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6a04df80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6a04df80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6a04df804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6a04df804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6a04df804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6a04df804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Definir producto cartesiano y R c A x B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6a04df804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6a04df804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6a04df804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6a04df804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Ejemplos: R&lt;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6a04df804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46a04df804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6a04df804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6a04df804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6a04df804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46a04df804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6a04df804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6a04df804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6a04df804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6a04df804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6a04df804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46a04df804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6a04df804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6a04df804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6a04df804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6a04df804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6a04df804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6a04df804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math.ethz.ch/~halorenz/4students/LogikGT/Ch13.pdf" TargetMode="External"/><Relationship Id="rId2" Type="http://schemas.openxmlformats.org/officeDocument/2006/relationships/hyperlink" Target="https://learnyouahaskell.github.io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math.chapman.edu/~jipsen/mathposters/settheoryaxioms.pdf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 5: Repaso Haskell + Teoría de Conjuntos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Diego - TC - Marzo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E643-E611-7575-CAE5-543E36E4F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Bibliografía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F6EDD-A857-8361-F9AD-091CC741D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de Aulas</a:t>
            </a:r>
          </a:p>
          <a:p>
            <a:r>
              <a:rPr lang="en-US" dirty="0"/>
              <a:t>Libro de Haskell: </a:t>
            </a:r>
            <a:r>
              <a:rPr lang="en-US" dirty="0">
                <a:hlinkClick r:id="rId2"/>
              </a:rPr>
              <a:t>https://learnyouahaskell.github.io/</a:t>
            </a:r>
            <a:endParaRPr lang="en-US" dirty="0"/>
          </a:p>
          <a:p>
            <a:r>
              <a:rPr lang="en-US" dirty="0" err="1"/>
              <a:t>Apuntes</a:t>
            </a:r>
            <a:r>
              <a:rPr lang="en-US" dirty="0"/>
              <a:t> de </a:t>
            </a:r>
            <a:r>
              <a:rPr lang="en-US" dirty="0" err="1"/>
              <a:t>lógica</a:t>
            </a:r>
            <a:r>
              <a:rPr lang="en-US" dirty="0"/>
              <a:t> de ETH: </a:t>
            </a:r>
            <a:r>
              <a:rPr lang="en-US" dirty="0">
                <a:hlinkClick r:id="rId3"/>
              </a:rPr>
              <a:t>https://people.math.ethz.ch/~halorenz/4students/LogikGT/Ch13.pdf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86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por Teams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325" y="696750"/>
            <a:ext cx="3753126" cy="40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4723-6AE4-3BB9-EF95-04BC2EDFE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Repaso</a:t>
            </a:r>
            <a:r>
              <a:rPr lang="en-US" dirty="0"/>
              <a:t> de </a:t>
            </a:r>
            <a:r>
              <a:rPr lang="en-US" dirty="0" err="1"/>
              <a:t>conceptos</a:t>
            </a:r>
            <a:r>
              <a:rPr lang="en-US" dirty="0"/>
              <a:t> de Haskell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734DD-9446-A407-2584-D4EFD3D26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2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7A171-9929-D798-0BFF-51E4178D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Cláusula Let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E7C54-4275-50B2-AA8F-7D67B893C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C6E27-AA76-8AF9-BEBD-E864F3894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1" y="2334705"/>
            <a:ext cx="761153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05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AF91-0FCA-8C79-A994-8898FADE7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Cláusula Where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F01B2-4AB2-976F-001B-C5C901B02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962C4-1E0A-2145-39F5-E591C4818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407" y="2078875"/>
            <a:ext cx="4772215" cy="197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5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funcionales</a:t>
            </a:r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0" y="1902805"/>
            <a:ext cx="9143999" cy="3240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Currificación</a:t>
            </a:r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802" y="2005575"/>
            <a:ext cx="6758049" cy="27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450" y="1814137"/>
            <a:ext cx="5276075" cy="29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conjuntos</a:t>
            </a:r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2446C-D21E-118D-857A-504FC655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7D3FF-BE43-0182-8604-8CC8F84C8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4"/>
            <a:ext cx="7688700" cy="2928131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46050" indent="0" algn="ctr">
              <a:buNone/>
            </a:pPr>
            <a:r>
              <a:rPr lang="en-US" dirty="0"/>
              <a:t>Fuente: </a:t>
            </a:r>
            <a:r>
              <a:rPr lang="en-US" dirty="0">
                <a:hlinkClick r:id="rId2"/>
              </a:rPr>
              <a:t>https://math.chapman.edu/~jipsen/mathposters/settheoryaxioms.pdf</a:t>
            </a:r>
            <a:endParaRPr lang="en-US" dirty="0"/>
          </a:p>
          <a:p>
            <a:pPr marL="14605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BB2A0-50E1-1EF1-F6A3-428A38200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6" y="98210"/>
            <a:ext cx="6457390" cy="453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95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F145-9921-EA55-40D9-5C8291C1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Axiomas</a:t>
            </a:r>
            <a:r>
              <a:rPr lang="en-US" dirty="0"/>
              <a:t> (ZFC)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EF772-9DFC-1844-D27F-2822DD259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AAE26-16DA-B3F8-7240-22193FAED7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663"/>
          <a:stretch>
            <a:fillRect/>
          </a:stretch>
        </p:blipFill>
        <p:spPr>
          <a:xfrm>
            <a:off x="0" y="2078875"/>
            <a:ext cx="9144000" cy="921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253733-AE66-5C3E-BCB6-F1A7AD1A7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5882"/>
            <a:ext cx="7965387" cy="128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00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DE452-918C-1472-4F88-F2EA50B9C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5D6DC33-5E0B-1AEF-0E29-B0D92E7724E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46050" indent="0">
                  <a:buNone/>
                </a:pPr>
                <a:endParaRPr lang="en-US" dirty="0"/>
              </a:p>
              <a:p>
                <a:pPr marL="146050" indent="0">
                  <a:buNone/>
                </a:pPr>
                <a:endParaRPr lang="en-US" dirty="0"/>
              </a:p>
              <a:p>
                <a:pPr marL="146050" indent="0">
                  <a:buNone/>
                </a:pPr>
                <a:endParaRPr lang="en-US" dirty="0"/>
              </a:p>
              <a:p>
                <a:pPr marL="146050" indent="0">
                  <a:buNone/>
                </a:pPr>
                <a:endParaRPr lang="en-US" dirty="0"/>
              </a:p>
              <a:p>
                <a:pPr marL="146050" indent="0">
                  <a:buNone/>
                </a:pPr>
                <a:r>
                  <a:rPr lang="es-ES" dirty="0"/>
                  <a:t>Para cualesquiera objetos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y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" dirty="0"/>
                  <a:t>, existe un conjunto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" dirty="0"/>
                  <a:t>cuyos únicos elementos son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y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5D6DC33-5E0B-1AEF-0E29-B0D92E772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83FE64D-F7AC-77AB-EB95-C64E9DA05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49" y="1318650"/>
            <a:ext cx="7045495" cy="93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20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9C82-3354-0635-C5FA-6FEF2DF4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A3763-22DD-2BEE-5FB4-9EF618122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50B2A-2829-3CBD-805C-A7A106F1B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30" y="518361"/>
            <a:ext cx="8059275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1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A4A9-D2B5-E71E-125A-79094513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6FD89-907D-5909-6D1F-BAAE49038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6C62C-B886-D7FE-4AE6-EDAD25393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792" y="0"/>
            <a:ext cx="65084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71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17AF-2AB1-17FF-3A3C-B07FE5D52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64D874-191D-AF38-31AA-BCC1A32294E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146050" indent="0">
                  <a:buNone/>
                </a:pPr>
                <a:r>
                  <a:rPr lang="en-US" dirty="0"/>
                  <a:t>Si </a:t>
                </a:r>
                <a:r>
                  <a:rPr lang="en-US" dirty="0" err="1"/>
                  <a:t>tenes</a:t>
                </a:r>
                <a:r>
                  <a:rPr lang="en-US" dirty="0"/>
                  <a:t> un conjunto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y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propiedad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 err="1"/>
                  <a:t>puedes</a:t>
                </a:r>
                <a:r>
                  <a:rPr lang="en-US" dirty="0"/>
                  <a:t> </a:t>
                </a:r>
                <a:r>
                  <a:rPr lang="en-US" dirty="0" err="1"/>
                  <a:t>formar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conjunto de </a:t>
                </a:r>
                <a:r>
                  <a:rPr lang="en-US" dirty="0" err="1"/>
                  <a:t>todos</a:t>
                </a:r>
                <a:r>
                  <a:rPr lang="en-US" dirty="0"/>
                  <a:t> </a:t>
                </a:r>
                <a:r>
                  <a:rPr lang="en-US" dirty="0" err="1"/>
                  <a:t>los</a:t>
                </a:r>
                <a:r>
                  <a:rPr lang="en-US" dirty="0"/>
                  <a:t> </a:t>
                </a:r>
                <a:r>
                  <a:rPr lang="en-US" dirty="0" err="1"/>
                  <a:t>elementos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cumplen</a:t>
                </a:r>
                <a:r>
                  <a:rPr lang="en-US" dirty="0"/>
                  <a:t> </a:t>
                </a:r>
                <a:r>
                  <a:rPr lang="en-US" dirty="0" err="1"/>
                  <a:t>esa</a:t>
                </a:r>
                <a:r>
                  <a:rPr lang="en-US" dirty="0"/>
                  <a:t> </a:t>
                </a:r>
                <a:r>
                  <a:rPr lang="en-US" dirty="0" err="1"/>
                  <a:t>propiedad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64D874-191D-AF38-31AA-BCC1A32294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1EB572B-3553-92BE-ACE6-6906B7DC0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1" y="1819170"/>
            <a:ext cx="7611537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984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2D71-A071-B7FA-F709-79FFBDC5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083EB-E927-95B7-7F29-2DF2A107A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71EF0-C0AE-053D-3F29-86BB11BC3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2" y="1290458"/>
            <a:ext cx="8059275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14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2965-7E47-34CD-6426-0E5690D88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Axiomas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811C6A9-AA5A-B901-D733-77829408A9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Axiom Schema of Replacement: </a:t>
                </a:r>
                <a:r>
                  <a:rPr lang="es-ES" dirty="0"/>
                  <a:t>Si aplicamos una función bien definida a todos los elementos de un conjunto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ES" dirty="0"/>
                  <a:t>, entonces el conjunto de los resultados también es un conjunto.</a:t>
                </a:r>
              </a:p>
              <a:p>
                <a:endParaRPr lang="es-ES" dirty="0"/>
              </a:p>
              <a:p>
                <a:r>
                  <a:rPr lang="en-US" b="1" dirty="0"/>
                  <a:t>Axiom of Foundation: </a:t>
                </a:r>
                <a:r>
                  <a:rPr lang="en-US" dirty="0"/>
                  <a:t>No </a:t>
                </a:r>
                <a:r>
                  <a:rPr lang="en-US" dirty="0" err="1"/>
                  <a:t>existe</a:t>
                </a:r>
                <a:r>
                  <a:rPr lang="en-US" dirty="0"/>
                  <a:t> un conjunto </a:t>
                </a:r>
                <a:r>
                  <a:rPr lang="en-US" dirty="0" err="1"/>
                  <a:t>tal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y no </a:t>
                </a:r>
                <a:r>
                  <a:rPr lang="en-US" dirty="0" err="1"/>
                  <a:t>existen</a:t>
                </a:r>
                <a:r>
                  <a:rPr lang="en-US" dirty="0"/>
                  <a:t> </a:t>
                </a:r>
                <a:r>
                  <a:rPr lang="en-US" dirty="0" err="1"/>
                  <a:t>ciclos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</a:t>
                </a:r>
              </a:p>
              <a:p>
                <a:pPr marL="1460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∈⋯∈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endParaRPr lang="en-US" b="1" dirty="0"/>
              </a:p>
              <a:p>
                <a:r>
                  <a:rPr lang="en-US" b="1" dirty="0"/>
                  <a:t>Axiom of Choice: </a:t>
                </a:r>
                <a:r>
                  <a:rPr lang="es-ES" dirty="0"/>
                  <a:t>Para cualquier familia de conjuntos no vacíos, existe una función que elige un elemento de cada conjunto.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811C6A9-AA5A-B901-D733-77829408A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645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Definir conjuntos</a:t>
            </a: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Pertenencia:  4 𝝐  A , 5 𝝐  A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Extensión: A = {4,5}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Comprensión: A = {x | x 𝝐  Z ,  3 &lt; x &lt; 6 }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Inducción :  N = O | S 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que ya conocen</a:t>
            </a:r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unión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intersección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diferencia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diferencia simétrica (XOR)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complemento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inclusión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conjunto potencia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producto cartesiano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513" y="1284400"/>
            <a:ext cx="8162925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" y="1220891"/>
            <a:ext cx="9143999" cy="2900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700" y="1921425"/>
            <a:ext cx="853440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250" y="1694888"/>
            <a:ext cx="704850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Definiciones</a:t>
            </a:r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Función Inyectiva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Función Sobreyectiva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Función Biyectiva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comparo tamaños de conjuntos?</a:t>
            </a:r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925" y="1234825"/>
            <a:ext cx="4752975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175" y="1898350"/>
            <a:ext cx="7465200" cy="10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50" y="1971825"/>
            <a:ext cx="8015975" cy="11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conjuntos son numerables?</a:t>
            </a:r>
            <a:endParaRPr/>
          </a:p>
        </p:txBody>
      </p:sp>
      <p:sp>
        <p:nvSpPr>
          <p:cNvPr id="226" name="Google Shape;226;p34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Hay funciones no programables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¿Sabemos cuáles son?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323</Words>
  <Application>Microsoft Office PowerPoint</Application>
  <PresentationFormat>On-screen Show (16:9)</PresentationFormat>
  <Paragraphs>72</Paragraphs>
  <Slides>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Cambria Math</vt:lpstr>
      <vt:lpstr>Lato</vt:lpstr>
      <vt:lpstr>Raleway</vt:lpstr>
      <vt:lpstr>Arial</vt:lpstr>
      <vt:lpstr>Streamline</vt:lpstr>
      <vt:lpstr>Clase 5: Repaso Haskell + Teoría de Conjuntos</vt:lpstr>
      <vt:lpstr>Bibliografía</vt:lpstr>
      <vt:lpstr>Código por Teams</vt:lpstr>
      <vt:lpstr>Repaso de conceptos de Haskell</vt:lpstr>
      <vt:lpstr>Cláusula Let</vt:lpstr>
      <vt:lpstr>Cláusula Where</vt:lpstr>
      <vt:lpstr>Tipos funcionales</vt:lpstr>
      <vt:lpstr>Currificación</vt:lpstr>
      <vt:lpstr>PowerPoint Presentation</vt:lpstr>
      <vt:lpstr>Teoría de conjuntos</vt:lpstr>
      <vt:lpstr>PowerPoint Presentation</vt:lpstr>
      <vt:lpstr>Axiomas (ZFC)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Axiomas:</vt:lpstr>
      <vt:lpstr>Definir conjuntos</vt:lpstr>
      <vt:lpstr>Conceptos que ya conocen</vt:lpstr>
      <vt:lpstr>PowerPoint Presentation</vt:lpstr>
      <vt:lpstr>PowerPoint Presentation</vt:lpstr>
      <vt:lpstr>PowerPoint Presentation</vt:lpstr>
      <vt:lpstr>PowerPoint Presentation</vt:lpstr>
      <vt:lpstr>Definiciones</vt:lpstr>
      <vt:lpstr>¿Cómo comparo tamaños de conjuntos?</vt:lpstr>
      <vt:lpstr>PowerPoint Presentation</vt:lpstr>
      <vt:lpstr>PowerPoint Presentation</vt:lpstr>
      <vt:lpstr>PowerPoint Presentation</vt:lpstr>
      <vt:lpstr>¿Qué conjuntos son numerables?</vt:lpstr>
      <vt:lpstr>Hay funciones no programables   ¿Sabemos cuáles son?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 Alejandro Acuña Bespalko</cp:lastModifiedBy>
  <cp:revision>3</cp:revision>
  <dcterms:modified xsi:type="dcterms:W3CDTF">2026-03-23T00:10:33Z</dcterms:modified>
</cp:coreProperties>
</file>